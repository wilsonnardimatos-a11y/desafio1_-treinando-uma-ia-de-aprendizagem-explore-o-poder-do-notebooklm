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8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D0E9CC-6380-31D3-D099-E6A5E4F583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5594737-4C9E-42C6-F10B-6F5313E3FE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9472305-6966-089F-CCA9-31054440E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601B4-81E0-4E3A-BC1E-36472D59D3F5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A137FC9-6413-BB8B-BC09-68544A7BC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E25BF96-F62F-76CC-A50B-F487CCF56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63FF7-7EF7-4C63-86B1-493EF398A9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792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2E0D4E-8101-A761-E8D8-42C795777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0E66BC-7EE4-8240-AA04-761057D2D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E08A701-265A-F765-D083-4A5D1F40F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601B4-81E0-4E3A-BC1E-36472D59D3F5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11667E4-2711-AE9C-C177-FF5A87648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7D4196C-3CB5-CAA9-10B5-805391CD4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63FF7-7EF7-4C63-86B1-493EF398A9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2991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69F2E7-EDF3-DE90-83F3-FFDDF98AA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611B13F-49A9-BD5F-1064-023CABF816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8BDA9B-4CA9-AE18-2E5B-D605695F8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601B4-81E0-4E3A-BC1E-36472D59D3F5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9F09401-8688-0BDA-0807-61A517981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3B1F05-A81F-9B48-8A2A-44F476055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63FF7-7EF7-4C63-86B1-493EF398A9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9610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42E8AE-9B7C-5458-864D-4159518FB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81160F5-F97A-756C-271E-6B97D97097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61CFAE5-AA0E-6560-2DD7-31F452F4F9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3E635CB-4343-FC63-1F71-A8EF9BCE2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601B4-81E0-4E3A-BC1E-36472D59D3F5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F7F9C0B-162A-4978-FCFC-656E40AB5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7F74FF0-AB23-6DF1-C5B8-B8A447808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63FF7-7EF7-4C63-86B1-493EF398A9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5310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A1641D-001B-46CA-0034-8F50423A0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E54A115-BA0A-13A0-ED8D-CE31267E1B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D329423-1755-8DCD-0E83-938B2AC05F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3717ABA-9085-AF9D-9C9F-EB7C47ECCF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7BAC83D-E775-A4F9-09F7-2B1108DD52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17AA691-D687-72D4-E9C1-9DAF73C4D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601B4-81E0-4E3A-BC1E-36472D59D3F5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6AD943A-759E-BCC1-F3AB-E297E984C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144053E-6121-B26D-0E24-F10868B52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63FF7-7EF7-4C63-86B1-493EF398A9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938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B6B052-C959-1315-5FA4-24E8E52BC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B6FB004-A369-595F-79A5-DD38850D6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601B4-81E0-4E3A-BC1E-36472D59D3F5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EEB086E-7A52-774B-687F-9F77433CE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4EADA7A-2C11-7F67-9D54-0F9909A00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63FF7-7EF7-4C63-86B1-493EF398A9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5513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23B7885-9615-9A84-6910-8B1F16B15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601B4-81E0-4E3A-BC1E-36472D59D3F5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9F8BC3D-144A-E8C6-2537-C866BE1A9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A6F71DB-4115-DC18-35BD-71F577E0F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63FF7-7EF7-4C63-86B1-493EF398A9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1295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477471-AA05-0A1B-574F-1EB4B15B7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18B150-1828-E3AB-3296-DDC6AE1DE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D71D813-4AC9-6FB1-F326-B11C0B98F6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1F7BB97-1DC3-3D34-6C70-E089BAE06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601B4-81E0-4E3A-BC1E-36472D59D3F5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CC933F5-4D0B-C65F-A878-5AC2CC5E1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B48F855-AF6E-E0A2-BF27-06BD3390A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63FF7-7EF7-4C63-86B1-493EF398A9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4268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0606BA-60F0-18ED-FF95-40BF54C1B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3C96718-CED3-7F53-4C7B-39C1BECEB2D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9D95247-5B91-9A33-3D92-DA229C66CF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9A57EAE-ABB0-83C2-F1B3-58428D5A5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601B4-81E0-4E3A-BC1E-36472D59D3F5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25AF4AF-8CBD-04CF-16E1-6C9294A53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4452181-3AA4-DCC0-7B7E-1B2489C60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63FF7-7EF7-4C63-86B1-493EF398A9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88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E6587E-8C37-4F3B-219B-C7BF3644B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2FD421F-E2B0-A6BB-7B2E-7367A6860C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A451DA4-CDA8-6675-72D7-33C1C48D1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601B4-81E0-4E3A-BC1E-36472D59D3F5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294E02-DE99-6B00-398E-7FCE2788F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9C7113-E166-E66F-3C7A-C69E134E1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63FF7-7EF7-4C63-86B1-493EF398A9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1288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8C80508-06E8-FAD2-092F-4C1DCC3B2A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DBBCF4C-D08E-CFF9-504E-92AC06B7D5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86DA168-1A28-E137-0E8B-6A97FC110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601B4-81E0-4E3A-BC1E-36472D59D3F5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CC39B1A-E808-4405-E24D-3D2AAE4D7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38912A-3ACA-C475-E098-A5AF1A7AA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63FF7-7EF7-4C63-86B1-493EF398A9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2232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1782FF3-71EF-E12B-DE8B-E5BC55FD9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8778646-19AF-2874-90C5-60933E094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69DF4CD-6B64-72B0-AB58-D536D7FC04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6601B4-81E0-4E3A-BC1E-36472D59D3F5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D707C96-A973-191A-06AE-0A839695B3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3BC6EA-FD8E-8DD2-E5D7-A1A726CB53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963FF7-7EF7-4C63-86B1-493EF398A9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384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1323EC4-EEE9-FDA6-F271-ECDB3C189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8139"/>
            <a:ext cx="12192000" cy="5581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978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B030139-C215-A1D2-37A5-E72C4D9C0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3552"/>
            <a:ext cx="12192000" cy="621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852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D845347-844D-5FFF-0686-B2F4CE006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9280"/>
            <a:ext cx="12192000" cy="5519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356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875E1B4-6C63-E906-2286-40367862E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2786"/>
            <a:ext cx="12192000" cy="5852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2788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Wilson Fabiano Nardi Matos</dc:creator>
  <cp:lastModifiedBy>Wilson Fabiano Nardi Matos</cp:lastModifiedBy>
  <cp:revision>1</cp:revision>
  <dcterms:created xsi:type="dcterms:W3CDTF">2026-10-01T23:03:22Z</dcterms:created>
  <dcterms:modified xsi:type="dcterms:W3CDTF">2026-10-01T23:07:47Z</dcterms:modified>
</cp:coreProperties>
</file>